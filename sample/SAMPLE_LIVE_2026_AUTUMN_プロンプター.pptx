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色の凡例（本番前の確認用。不要なら削除）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影アナ</a:t>
            </a:r>
          </a:p>
          <a:p>
            <a:r>
              <a:t>キッカケ：袖マイクON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影アナ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M1 はじまりの合図　1番 Aメロ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M1 はじまりの合図　1番 サビ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MC1 自己紹介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MC1 自己紹介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MC1 自己紹介</a:t>
            </a:r>
          </a:p>
          <a:p>
            <a:r>
              <a:t>キッカケ：トークテーマ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MC1 自己紹介</a:t>
            </a:r>
          </a:p>
          <a:p>
            <a:r>
              <a:t>キッカケ：「2人で歌います。」で暗転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プロンプター本文"/>
          <p:cNvSpPr txBox="1"/>
          <p:nvPr/>
        </p:nvSpPr>
        <p:spPr>
          <a:xfrm>
            <a:off x="548640" y="411480"/>
            <a:ext cx="11094415" cy="60350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>
              <a:lnSpc>
                <a:spcPct val="115000"/>
              </a:lnSpc>
            </a:pPr>
            <a:r>
              <a:rPr sz="6400" b="1" lang="ja-JP" altLang="en-US">
                <a:solidFill>
                  <a:srgbClr val="EFA875"/>
                </a:solidFill>
                <a:latin typeface="Yu Gothic"/>
                <a:ea typeface="游ゴシック"/>
                <a:cs typeface="Yu Gothic"/>
              </a:rPr>
              <a:t>ひかり</a:t>
            </a:r>
          </a:p>
          <a:p>
            <a:pPr>
              <a:lnSpc>
                <a:spcPct val="115000"/>
              </a:lnSpc>
            </a:pPr>
            <a:r>
              <a:rPr sz="6400" b="1" lang="ja-JP" altLang="en-US">
                <a:solidFill>
                  <a:srgbClr val="75A3E2"/>
                </a:solidFill>
                <a:latin typeface="Yu Gothic"/>
                <a:ea typeface="游ゴシック"/>
                <a:cs typeface="Yu Gothic"/>
              </a:rPr>
              <a:t>みお</a:t>
            </a:r>
          </a:p>
          <a:p>
            <a:pPr>
              <a:lnSpc>
                <a:spcPct val="115000"/>
              </a:lnSpc>
            </a:pPr>
            <a:r>
              <a:rPr sz="6400" b="1" lang="ja-JP" altLang="en-US">
                <a:solidFill>
                  <a:srgbClr val="76C08D"/>
                </a:solidFill>
                <a:latin typeface="Yu Gothic"/>
                <a:ea typeface="游ゴシック"/>
                <a:cs typeface="Yu Gothic"/>
              </a:rPr>
              <a:t>つむぎ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プロンプター本文"/>
          <p:cNvSpPr txBox="1"/>
          <p:nvPr/>
        </p:nvSpPr>
        <p:spPr>
          <a:xfrm>
            <a:off x="548640" y="411480"/>
            <a:ext cx="11094415" cy="60350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>
              <a:lnSpc>
                <a:spcPct val="115000"/>
              </a:lnSpc>
            </a:pPr>
            <a:r>
              <a:rPr sz="6300" b="1" lang="ja-JP" altLang="en-US">
                <a:solidFill>
                  <a:srgbClr val="EFA875"/>
                </a:solidFill>
                <a:latin typeface="Yu Gothic"/>
                <a:ea typeface="游ゴシック"/>
                <a:cs typeface="Yu Gothic"/>
              </a:rPr>
              <a:t>みなさん、こんばんは！</a:t>
            </a:r>
          </a:p>
          <a:p>
            <a:pPr>
              <a:lnSpc>
                <a:spcPct val="115000"/>
              </a:lnSpc>
            </a:pPr>
            <a:r>
              <a:rPr sz="6300" b="1" lang="ja-JP" altLang="en-US">
                <a:solidFill>
                  <a:srgbClr val="EFA875"/>
                </a:solidFill>
                <a:latin typeface="Yu Gothic"/>
                <a:ea typeface="游ゴシック"/>
                <a:cs typeface="Yu Gothic"/>
              </a:rPr>
              <a:t>ソラノートのひかりです！</a:t>
            </a:r>
          </a:p>
          <a:p>
            <a:pPr>
              <a:lnSpc>
                <a:spcPct val="115000"/>
              </a:lnSpc>
            </a:pPr>
            <a:r>
              <a:rPr sz="6300" b="1" lang="ja-JP" altLang="en-US">
                <a:solidFill>
                  <a:srgbClr val="75A3E2"/>
                </a:solidFill>
                <a:latin typeface="Yu Gothic"/>
                <a:ea typeface="游ゴシック"/>
                <a:cs typeface="Yu Gothic"/>
              </a:rPr>
              <a:t>みおです。開演前に</a:t>
            </a:r>
          </a:p>
          <a:p>
            <a:pPr>
              <a:lnSpc>
                <a:spcPct val="115000"/>
              </a:lnSpc>
            </a:pPr>
            <a:r>
              <a:rPr sz="6300" b="1" lang="ja-JP" altLang="en-US">
                <a:solidFill>
                  <a:srgbClr val="75A3E2"/>
                </a:solidFill>
                <a:latin typeface="Yu Gothic"/>
                <a:ea typeface="游ゴシック"/>
                <a:cs typeface="Yu Gothic"/>
              </a:rPr>
              <a:t>いくつかお願いがあります。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プロンプター本文"/>
          <p:cNvSpPr txBox="1"/>
          <p:nvPr/>
        </p:nvSpPr>
        <p:spPr>
          <a:xfrm>
            <a:off x="548640" y="411480"/>
            <a:ext cx="11094415" cy="60350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>
              <a:lnSpc>
                <a:spcPct val="115000"/>
              </a:lnSpc>
            </a:pPr>
            <a:r>
              <a:rPr sz="5900" b="1" lang="ja-JP" altLang="en-US">
                <a:solidFill>
                  <a:srgbClr val="76C08D"/>
                </a:solidFill>
                <a:latin typeface="Yu Gothic"/>
                <a:ea typeface="游ゴシック"/>
                <a:cs typeface="Yu Gothic"/>
              </a:rPr>
              <a:t>撮影・録音はご遠慮ください。</a:t>
            </a:r>
          </a:p>
          <a:p>
            <a:pPr>
              <a:lnSpc>
                <a:spcPct val="115000"/>
              </a:lnSpc>
            </a:pPr>
            <a:r>
              <a:rPr sz="5900" b="1" lang="ja-JP" altLang="en-US">
                <a:solidFill>
                  <a:srgbClr val="76C08D"/>
                </a:solidFill>
                <a:latin typeface="Yu Gothic"/>
                <a:ea typeface="游ゴシック"/>
                <a:cs typeface="Yu Gothic"/>
              </a:rPr>
              <a:t>ペンライトは</a:t>
            </a:r>
          </a:p>
          <a:p>
            <a:pPr>
              <a:lnSpc>
                <a:spcPct val="115000"/>
              </a:lnSpc>
            </a:pPr>
            <a:r>
              <a:rPr sz="5900" b="1" lang="ja-JP" altLang="en-US">
                <a:solidFill>
                  <a:srgbClr val="76C08D"/>
                </a:solidFill>
                <a:latin typeface="Yu Gothic"/>
                <a:ea typeface="游ゴシック"/>
                <a:cs typeface="Yu Gothic"/>
              </a:rPr>
              <a:t>胸の高さでお願いします！</a:t>
            </a:r>
          </a:p>
          <a:p>
            <a:pPr>
              <a:lnSpc>
                <a:spcPct val="115000"/>
              </a:lnSpc>
            </a:pPr>
            <a:r>
              <a:rPr sz="5900" b="1" lang="ja-JP" altLang="en-US">
                <a:solidFill>
                  <a:srgbClr val="FFFFFF"/>
                </a:solidFill>
                <a:latin typeface="Yu Gothic"/>
                <a:ea typeface="游ゴシック"/>
                <a:cs typeface="Yu Gothic"/>
              </a:rPr>
              <a:t>もう少しだけお待ちください！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プロンプター本文"/>
          <p:cNvSpPr txBox="1"/>
          <p:nvPr/>
        </p:nvSpPr>
        <p:spPr>
          <a:xfrm>
            <a:off x="548640" y="411480"/>
            <a:ext cx="11094415" cy="60350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6600" b="1" lang="ja-JP" altLang="en-US">
                <a:solidFill>
                  <a:srgbClr val="FFFFFF"/>
                </a:solidFill>
                <a:latin typeface="Yu Gothic"/>
                <a:ea typeface="游ゴシック"/>
                <a:cs typeface="Yu Gothic"/>
              </a:rPr>
              <a:t>はじまりの合図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プロンプター本文"/>
          <p:cNvSpPr txBox="1"/>
          <p:nvPr/>
        </p:nvSpPr>
        <p:spPr>
          <a:xfrm>
            <a:off x="548640" y="411480"/>
            <a:ext cx="11094415" cy="60350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>
              <a:lnSpc>
                <a:spcPct val="115000"/>
              </a:lnSpc>
            </a:pPr>
            <a:r>
              <a:rPr sz="6400" b="1" lang="ja-JP" altLang="en-US">
                <a:solidFill>
                  <a:srgbClr val="EFA875"/>
                </a:solidFill>
                <a:latin typeface="Yu Gothic"/>
                <a:ea typeface="游ゴシック"/>
                <a:cs typeface="Yu Gothic"/>
              </a:rPr>
              <a:t>目覚ましより早く</a:t>
            </a:r>
          </a:p>
          <a:p>
            <a:pPr>
              <a:lnSpc>
                <a:spcPct val="115000"/>
              </a:lnSpc>
            </a:pPr>
            <a:r>
              <a:rPr sz="6400" b="1" lang="ja-JP" altLang="en-US">
                <a:solidFill>
                  <a:srgbClr val="EFA875"/>
                </a:solidFill>
                <a:latin typeface="Yu Gothic"/>
                <a:ea typeface="游ゴシック"/>
                <a:cs typeface="Yu Gothic"/>
              </a:rPr>
              <a:t>胸が鳴った朝</a:t>
            </a:r>
          </a:p>
          <a:p>
            <a:pPr>
              <a:lnSpc>
                <a:spcPct val="115000"/>
              </a:lnSpc>
            </a:pPr>
            <a:r>
              <a:rPr sz="6400" b="1" lang="ja-JP" altLang="en-US">
                <a:solidFill>
                  <a:srgbClr val="75A3E2"/>
                </a:solidFill>
                <a:latin typeface="Yu Gothic"/>
                <a:ea typeface="游ゴシック"/>
                <a:cs typeface="Yu Gothic"/>
              </a:rPr>
              <a:t>カーテンの向こうで</a:t>
            </a:r>
          </a:p>
          <a:p>
            <a:pPr>
              <a:lnSpc>
                <a:spcPct val="115000"/>
              </a:lnSpc>
            </a:pPr>
            <a:r>
              <a:rPr sz="6400" b="1" lang="ja-JP" altLang="en-US">
                <a:solidFill>
                  <a:srgbClr val="75A3E2"/>
                </a:solidFill>
                <a:latin typeface="Yu Gothic"/>
                <a:ea typeface="游ゴシック"/>
                <a:cs typeface="Yu Gothic"/>
              </a:rPr>
              <a:t>空が手を振る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プロンプター本文"/>
          <p:cNvSpPr txBox="1"/>
          <p:nvPr/>
        </p:nvSpPr>
        <p:spPr>
          <a:xfrm>
            <a:off x="548640" y="411480"/>
            <a:ext cx="11094415" cy="60350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>
              <a:lnSpc>
                <a:spcPct val="115000"/>
              </a:lnSpc>
            </a:pPr>
            <a:r>
              <a:rPr sz="6400" b="1" lang="ja-JP" altLang="en-US">
                <a:solidFill>
                  <a:srgbClr val="FFFFFF"/>
                </a:solidFill>
                <a:latin typeface="Yu Gothic"/>
                <a:ea typeface="游ゴシック"/>
                <a:cs typeface="Yu Gothic"/>
              </a:rPr>
              <a:t>さあ 合図を鳴らそう</a:t>
            </a:r>
          </a:p>
          <a:p>
            <a:pPr>
              <a:lnSpc>
                <a:spcPct val="115000"/>
              </a:lnSpc>
            </a:pPr>
            <a:r>
              <a:rPr sz="6400" b="1" lang="ja-JP" altLang="en-US">
                <a:solidFill>
                  <a:srgbClr val="76C08D"/>
                </a:solidFill>
                <a:latin typeface="Yu Gothic"/>
                <a:ea typeface="游ゴシック"/>
                <a:cs typeface="Yu Gothic"/>
              </a:rPr>
              <a:t>まだ見ぬ明日へ</a:t>
            </a:r>
          </a:p>
          <a:p>
            <a:pPr>
              <a:lnSpc>
                <a:spcPct val="115000"/>
              </a:lnSpc>
            </a:pPr>
            <a:r>
              <a:rPr sz="6400" b="1" lang="ja-JP" altLang="en-US">
                <a:solidFill>
                  <a:srgbClr val="FFFFFF"/>
                </a:solidFill>
                <a:latin typeface="Yu Gothic"/>
                <a:ea typeface="游ゴシック"/>
                <a:cs typeface="Yu Gothic"/>
              </a:rPr>
              <a:t>迷っても 転んでも</a:t>
            </a:r>
          </a:p>
          <a:p>
            <a:pPr>
              <a:lnSpc>
                <a:spcPct val="115000"/>
              </a:lnSpc>
            </a:pPr>
            <a:r>
              <a:rPr sz="6400" b="1" lang="ja-JP" altLang="en-US">
                <a:solidFill>
                  <a:srgbClr val="FFFFFF"/>
                </a:solidFill>
                <a:latin typeface="Yu Gothic"/>
                <a:ea typeface="游ゴシック"/>
                <a:cs typeface="Yu Gothic"/>
              </a:rPr>
              <a:t>ここから始まるんだ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プロンプター本文"/>
          <p:cNvSpPr txBox="1"/>
          <p:nvPr/>
        </p:nvSpPr>
        <p:spPr>
          <a:xfrm>
            <a:off x="548640" y="411480"/>
            <a:ext cx="11094415" cy="60350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>
              <a:lnSpc>
                <a:spcPct val="115000"/>
              </a:lnSpc>
            </a:pPr>
            <a:r>
              <a:rPr sz="5900" b="1" lang="ja-JP" altLang="en-US">
                <a:solidFill>
                  <a:srgbClr val="EFA875"/>
                </a:solidFill>
                <a:latin typeface="Yu Gothic"/>
                <a:ea typeface="游ゴシック"/>
                <a:cs typeface="Yu Gothic"/>
              </a:rPr>
              <a:t>改めまして、ソラノートです！</a:t>
            </a:r>
          </a:p>
          <a:p>
            <a:pPr>
              <a:lnSpc>
                <a:spcPct val="115000"/>
              </a:lnSpc>
            </a:pPr>
            <a:r>
              <a:rPr sz="5900" b="1" lang="ja-JP" altLang="en-US">
                <a:solidFill>
                  <a:srgbClr val="EFA875"/>
                </a:solidFill>
                <a:latin typeface="Yu Gothic"/>
                <a:ea typeface="游ゴシック"/>
                <a:cs typeface="Yu Gothic"/>
              </a:rPr>
              <a:t>今日は来てくれてありがとう！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プロンプター本文"/>
          <p:cNvSpPr txBox="1"/>
          <p:nvPr/>
        </p:nvSpPr>
        <p:spPr>
          <a:xfrm>
            <a:off x="548640" y="411480"/>
            <a:ext cx="11094415" cy="60350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>
              <a:lnSpc>
                <a:spcPct val="115000"/>
              </a:lnSpc>
            </a:pPr>
            <a:r>
              <a:rPr sz="5500" b="1" lang="ja-JP" altLang="en-US">
                <a:solidFill>
                  <a:srgbClr val="EFA875"/>
                </a:solidFill>
                <a:latin typeface="Yu Gothic"/>
                <a:ea typeface="游ゴシック"/>
                <a:cs typeface="Yu Gothic"/>
              </a:rPr>
              <a:t>リーダー、オレンジ担当</a:t>
            </a:r>
          </a:p>
          <a:p>
            <a:pPr>
              <a:lnSpc>
                <a:spcPct val="115000"/>
              </a:lnSpc>
            </a:pPr>
            <a:r>
              <a:rPr sz="5500" b="1" lang="ja-JP" altLang="en-US">
                <a:solidFill>
                  <a:srgbClr val="EFA875"/>
                </a:solidFill>
                <a:latin typeface="Yu Gothic"/>
                <a:ea typeface="游ゴシック"/>
                <a:cs typeface="Yu Gothic"/>
              </a:rPr>
              <a:t>春野ひかりです！</a:t>
            </a:r>
          </a:p>
          <a:p>
            <a:pPr>
              <a:lnSpc>
                <a:spcPct val="115000"/>
              </a:lnSpc>
            </a:pPr>
            <a:r>
              <a:rPr sz="5500" b="1" lang="ja-JP" altLang="en-US">
                <a:solidFill>
                  <a:srgbClr val="75A3E2"/>
                </a:solidFill>
                <a:latin typeface="Yu Gothic"/>
                <a:ea typeface="游ゴシック"/>
                <a:cs typeface="Yu Gothic"/>
              </a:rPr>
              <a:t>ブルー担当、青井みおです。</a:t>
            </a:r>
          </a:p>
          <a:p>
            <a:pPr>
              <a:lnSpc>
                <a:spcPct val="115000"/>
              </a:lnSpc>
            </a:pPr>
            <a:r>
              <a:rPr sz="5500" b="1" lang="ja-JP" altLang="en-US">
                <a:solidFill>
                  <a:srgbClr val="76C08D"/>
                </a:solidFill>
                <a:latin typeface="Yu Gothic"/>
                <a:ea typeface="游ゴシック"/>
                <a:cs typeface="Yu Gothic"/>
              </a:rPr>
              <a:t>グリーン担当、緑川つむぎです！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プロンプター本文"/>
          <p:cNvSpPr txBox="1"/>
          <p:nvPr/>
        </p:nvSpPr>
        <p:spPr>
          <a:xfrm>
            <a:off x="548640" y="411480"/>
            <a:ext cx="11094415" cy="60350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>
              <a:lnSpc>
                <a:spcPct val="115000"/>
              </a:lnSpc>
            </a:pPr>
            <a:r>
              <a:rPr sz="6300" b="1" lang="ja-JP" altLang="en-US">
                <a:solidFill>
                  <a:srgbClr val="FFFFFF"/>
                </a:solidFill>
                <a:latin typeface="Yu Gothic"/>
                <a:ea typeface="游ゴシック"/>
                <a:cs typeface="Yu Gothic"/>
              </a:rPr>
              <a:t>初ワンマンが決まったときの</a:t>
            </a:r>
          </a:p>
          <a:p>
            <a:pPr>
              <a:lnSpc>
                <a:spcPct val="115000"/>
              </a:lnSpc>
            </a:pPr>
            <a:r>
              <a:rPr sz="6300" b="1" lang="ja-JP" altLang="en-US">
                <a:solidFill>
                  <a:srgbClr val="FFFFFF"/>
                </a:solidFill>
                <a:latin typeface="Yu Gothic"/>
                <a:ea typeface="游ゴシック"/>
                <a:cs typeface="Yu Gothic"/>
              </a:rPr>
              <a:t>それぞれの第一声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プロンプター本文"/>
          <p:cNvSpPr txBox="1"/>
          <p:nvPr/>
        </p:nvSpPr>
        <p:spPr>
          <a:xfrm>
            <a:off x="548640" y="411480"/>
            <a:ext cx="11094415" cy="60350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>
              <a:lnSpc>
                <a:spcPct val="115000"/>
              </a:lnSpc>
            </a:pPr>
            <a:r>
              <a:rPr sz="6400" b="1" lang="ja-JP" altLang="en-US">
                <a:solidFill>
                  <a:srgbClr val="75A3E2"/>
                </a:solidFill>
                <a:latin typeface="Yu Gothic"/>
                <a:ea typeface="游ゴシック"/>
                <a:cs typeface="Yu Gothic"/>
              </a:rPr>
              <a:t>次は、私とつむぎの</a:t>
            </a:r>
          </a:p>
          <a:p>
            <a:pPr>
              <a:lnSpc>
                <a:spcPct val="115000"/>
              </a:lnSpc>
            </a:pPr>
            <a:r>
              <a:rPr sz="6400" b="1" lang="ja-JP" altLang="en-US">
                <a:solidFill>
                  <a:srgbClr val="75A3E2"/>
                </a:solidFill>
                <a:latin typeface="Yu Gothic"/>
                <a:ea typeface="游ゴシック"/>
                <a:cs typeface="Yu Gothic"/>
              </a:rPr>
              <a:t>2人で歌います。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プロンプター本文"/>
          <p:cNvSpPr txBox="1"/>
          <p:nvPr/>
        </p:nvSpPr>
        <p:spPr>
          <a:xfrm>
            <a:off x="548640" y="411480"/>
            <a:ext cx="11094415" cy="60350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6600" b="1" lang="ja-JP" altLang="en-US">
                <a:solidFill>
                  <a:srgbClr val="FFFFFF"/>
                </a:solidFill>
                <a:latin typeface="Yu Gothic"/>
                <a:ea typeface="游ゴシック"/>
                <a:cs typeface="Yu Gothic"/>
              </a:rPr>
              <a:t>ソーダ色の午後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